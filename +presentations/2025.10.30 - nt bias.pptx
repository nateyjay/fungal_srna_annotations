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33855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25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776"/>
            <a:ext cx="10972800" cy="555504"/>
          </a:xfrm>
        </p:spPr>
        <p:txBody>
          <a:bodyPr>
            <a:normAutofit/>
          </a:bodyPr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0899"/>
            <a:ext cx="10972800" cy="1764585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8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904134"/>
            <a:ext cx="10363200" cy="50276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7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3293146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3293146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66881"/>
            <a:ext cx="5386917" cy="110799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92381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066881"/>
            <a:ext cx="5389033" cy="110799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292381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0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1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370152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379656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9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748988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79656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47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5614" y="910899"/>
            <a:ext cx="6996787" cy="22652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3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9859" y="274639"/>
            <a:ext cx="182614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66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776"/>
            <a:ext cx="10972800" cy="504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10899"/>
            <a:ext cx="10972800" cy="176458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22D22-45B3-0146-BFC5-656A17986EA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6759D-F334-494E-8FC8-4F6A070E0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6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585" rtl="0" eaLnBrk="1" latinLnBrk="0" hangingPunct="1">
        <a:spcBef>
          <a:spcPct val="0"/>
        </a:spcBef>
        <a:buNone/>
        <a:defRPr sz="2133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ts val="0"/>
        </a:spcBef>
        <a:spcAft>
          <a:spcPts val="800"/>
        </a:spcAft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ts val="0"/>
        </a:spcBef>
        <a:spcAft>
          <a:spcPts val="800"/>
        </a:spcAft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ts val="0"/>
        </a:spcBef>
        <a:spcAft>
          <a:spcPts val="800"/>
        </a:spcAft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ts val="0"/>
        </a:spcBef>
        <a:spcAft>
          <a:spcPts val="800"/>
        </a:spcAft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ts val="0"/>
        </a:spcBef>
        <a:spcAft>
          <a:spcPts val="800"/>
        </a:spcAft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37B9-1478-8D26-ED1F-C40867C33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9E17F-0DE8-EE78-C92F-9AC09ABB52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5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FBEB-1E47-0CA5-EEB3-4B4936DA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RNA sequence and proteins are related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3B6ED-CCB4-BD95-2E3B-07A6F6A6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526" y="1084521"/>
            <a:ext cx="4160874" cy="5550237"/>
          </a:xfrm>
        </p:spPr>
        <p:txBody>
          <a:bodyPr/>
          <a:lstStyle/>
          <a:p>
            <a:r>
              <a:rPr lang="en-US" dirty="0"/>
              <a:t>Dicer is what forms the sRNA molecules, by chopping a dsRNA precursor.</a:t>
            </a:r>
          </a:p>
          <a:p>
            <a:endParaRPr lang="en-US" dirty="0"/>
          </a:p>
          <a:p>
            <a:r>
              <a:rPr lang="en-US" dirty="0"/>
              <a:t>sRNA size is key for which AGO a sRNA uses, and therefore what function it performs.</a:t>
            </a:r>
          </a:p>
          <a:p>
            <a:endParaRPr lang="en-US" dirty="0"/>
          </a:p>
          <a:p>
            <a:r>
              <a:rPr lang="en-US" dirty="0"/>
              <a:t>Other factors affect how sRNAs find their AGO, and perform their function.</a:t>
            </a:r>
          </a:p>
          <a:p>
            <a:endParaRPr lang="en-US" dirty="0"/>
          </a:p>
          <a:p>
            <a:r>
              <a:rPr lang="en-US" dirty="0"/>
              <a:t>Not all sRNAs are equal</a:t>
            </a:r>
          </a:p>
          <a:p>
            <a:pPr lvl="1"/>
            <a:r>
              <a:rPr lang="en-US" dirty="0"/>
              <a:t>Is there a bias in the nucleotide position for Dicer chopping?</a:t>
            </a:r>
          </a:p>
          <a:p>
            <a:pPr lvl="1"/>
            <a:r>
              <a:rPr lang="en-US" dirty="0"/>
              <a:t>Is there a preference for how these are loaded into AGO?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24EF9-4649-C65F-922C-2D1C9E48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95" y="1233696"/>
            <a:ext cx="4444409" cy="3004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EFF3BC-A060-5E8F-5E79-C47174376A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1" r="21226"/>
          <a:stretch>
            <a:fillRect/>
          </a:stretch>
        </p:blipFill>
        <p:spPr>
          <a:xfrm>
            <a:off x="4139609" y="2735742"/>
            <a:ext cx="2261191" cy="37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2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4BAA-B8E7-87EA-76DA-CBE0CE72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5’ nucleotide bias is common in sRNAs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11F94-174E-B9A4-B067-7CC7A02F2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0899"/>
            <a:ext cx="10972800" cy="1980029"/>
          </a:xfrm>
        </p:spPr>
        <p:txBody>
          <a:bodyPr/>
          <a:lstStyle/>
          <a:p>
            <a:r>
              <a:rPr lang="en-US" dirty="0"/>
              <a:t>This bias is due to the way that sRNAs are loaded into AGO - 5’ first with differing preferences for different AGOs.</a:t>
            </a:r>
          </a:p>
          <a:p>
            <a:endParaRPr lang="en-US" dirty="0"/>
          </a:p>
          <a:p>
            <a:r>
              <a:rPr lang="en-US" dirty="0"/>
              <a:t>Why do we see a bias if this isn’t related to how they are made? Shouldn’t we see the sRNAs that are not loaded also?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8BC3E-F58A-CA89-7351-811F5F94F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9" y="3967073"/>
            <a:ext cx="7079511" cy="1875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CBDBE9-991D-F1A6-EB60-3755FFD7F524}"/>
              </a:ext>
            </a:extLst>
          </p:cNvPr>
          <p:cNvSpPr txBox="1"/>
          <p:nvPr/>
        </p:nvSpPr>
        <p:spPr>
          <a:xfrm>
            <a:off x="8452884" y="3514356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Sclerotinia </a:t>
            </a:r>
            <a:r>
              <a:rPr lang="en-US" i="1" dirty="0" err="1"/>
              <a:t>sclerotiorum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 err="1"/>
              <a:t>Scscl</a:t>
            </a:r>
            <a:r>
              <a:rPr lang="en-US" dirty="0"/>
              <a:t>)</a:t>
            </a:r>
          </a:p>
        </p:txBody>
      </p:sp>
      <p:pic>
        <p:nvPicPr>
          <p:cNvPr id="7" name="Picture 6" descr="A diagram of a dna sequence&#10;&#10;AI-generated content may be incorrect.">
            <a:extLst>
              <a:ext uri="{FF2B5EF4-FFF2-40B4-BE49-F238E27FC236}">
                <a16:creationId xmlns:a16="http://schemas.microsoft.com/office/drawing/2014/main" id="{7423A532-717B-5A04-80C2-61AE9F54D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29" y="3045120"/>
            <a:ext cx="4461528" cy="2952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15E63F-8BA9-CCC2-346E-D6DCCCA7656E}"/>
              </a:ext>
            </a:extLst>
          </p:cNvPr>
          <p:cNvSpPr txBox="1"/>
          <p:nvPr/>
        </p:nvSpPr>
        <p:spPr>
          <a:xfrm>
            <a:off x="386915" y="314502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Plants</a:t>
            </a:r>
          </a:p>
        </p:txBody>
      </p:sp>
    </p:spTree>
    <p:extLst>
      <p:ext uri="{BB962C8B-B14F-4D97-AF65-F5344CB8AC3E}">
        <p14:creationId xmlns:p14="http://schemas.microsoft.com/office/powerpoint/2010/main" val="229549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283901-2283-675E-AE65-24DAB4628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29" y="0"/>
            <a:ext cx="76925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2182A-810F-8183-5761-915D5193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also observe 5’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A909-0385-C676-2D64-4B54C9AD5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719B4-7F08-2F6B-58F9-E92ED473EB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12265" b="18614"/>
          <a:stretch>
            <a:fillRect/>
          </a:stretch>
        </p:blipFill>
        <p:spPr>
          <a:xfrm>
            <a:off x="0" y="6475228"/>
            <a:ext cx="4391247" cy="26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4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1590-7777-8CE6-837F-491DBD6D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2BDCC-A886-0BC5-7A1F-8960D2BF3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9B858-0EF2-9F40-362C-B46C22991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401" y="0"/>
            <a:ext cx="3295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0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9397-E9FC-FD6B-2A0C-7FB515BFF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 we see other symptoms?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F1427-E888-904C-54BF-EB7627CC2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0899"/>
            <a:ext cx="4494028" cy="1631216"/>
          </a:xfrm>
        </p:spPr>
        <p:txBody>
          <a:bodyPr/>
          <a:lstStyle/>
          <a:p>
            <a:r>
              <a:rPr lang="en-US" dirty="0"/>
              <a:t>Seems like some organisms are biased towards GC.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Remember, the proportion GC + AT =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04FE1-698A-04F1-FFD3-377169E1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378" y="0"/>
            <a:ext cx="383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80612"/>
      </p:ext>
    </p:extLst>
  </p:cSld>
  <p:clrMapOvr>
    <a:masterClrMapping/>
  </p:clrMapOvr>
</p:sld>
</file>

<file path=ppt/theme/theme1.xml><?xml version="1.0" encoding="utf-8"?>
<a:theme xmlns:a="http://schemas.openxmlformats.org/drawingml/2006/main" name="Nate_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te_1" id="{716140B3-2281-C840-A0C0-E17FF4D892F3}" vid="{EDE3C902-6FE5-8942-99B7-B56FD35869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Nate_1</Template>
  <TotalTime>236</TotalTime>
  <Words>177</Words>
  <Application>Microsoft Macintosh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Nate_1</vt:lpstr>
      <vt:lpstr>PowerPoint Presentation</vt:lpstr>
      <vt:lpstr>Small RNA sequence and proteins are related</vt:lpstr>
      <vt:lpstr>5’ nucleotide bias is common in sRNAs</vt:lpstr>
      <vt:lpstr>We also observe 5’ bias</vt:lpstr>
      <vt:lpstr>PowerPoint Presentation</vt:lpstr>
      <vt:lpstr>Do we see other symptoms?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Johnson</dc:creator>
  <cp:lastModifiedBy>Nathan Johnson</cp:lastModifiedBy>
  <cp:revision>8</cp:revision>
  <dcterms:created xsi:type="dcterms:W3CDTF">2025-10-30T13:02:31Z</dcterms:created>
  <dcterms:modified xsi:type="dcterms:W3CDTF">2025-10-30T16:59:08Z</dcterms:modified>
</cp:coreProperties>
</file>